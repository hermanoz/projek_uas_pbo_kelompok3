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 Bold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9334" y="180211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0550" y="7348140"/>
            <a:ext cx="7287144" cy="2827483"/>
          </a:xfrm>
          <a:custGeom>
            <a:avLst/>
            <a:gdLst/>
            <a:ahLst/>
            <a:cxnLst/>
            <a:rect r="r" b="b" t="t" l="l"/>
            <a:pathLst>
              <a:path h="2827483" w="7287144">
                <a:moveTo>
                  <a:pt x="0" y="0"/>
                </a:moveTo>
                <a:lnTo>
                  <a:pt x="7287144" y="0"/>
                </a:lnTo>
                <a:lnTo>
                  <a:pt x="7287144" y="2827483"/>
                </a:lnTo>
                <a:lnTo>
                  <a:pt x="0" y="2827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6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33514" y="3195184"/>
            <a:ext cx="4072121" cy="1327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53"/>
              </a:lnSpc>
            </a:pPr>
            <a:r>
              <a:rPr lang="en-US" sz="775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Laporan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400" y="195253"/>
            <a:ext cx="18284428" cy="10199284"/>
            <a:chOff x="0" y="0"/>
            <a:chExt cx="24379238" cy="13599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569" t="0" r="-2156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77632"/>
            <a:ext cx="18589228" cy="10369306"/>
            <a:chOff x="0" y="0"/>
            <a:chExt cx="24379238" cy="13599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42158"/>
            <a:ext cx="18436828" cy="10284295"/>
            <a:chOff x="0" y="0"/>
            <a:chExt cx="24379238" cy="13599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400" y="195253"/>
            <a:ext cx="18284428" cy="10199284"/>
            <a:chOff x="0" y="0"/>
            <a:chExt cx="24379238" cy="13599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43858"/>
            <a:ext cx="18284428" cy="10199284"/>
            <a:chOff x="0" y="0"/>
            <a:chExt cx="24379238" cy="13599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DAHN-Nt3I3I</dc:identifier>
  <dcterms:modified xsi:type="dcterms:W3CDTF">2011-08-01T06:04:30Z</dcterms:modified>
  <cp:revision>1</cp:revision>
  <dc:title>Cetak_Biru_Perbankan_Digital.pptx</dc:title>
</cp:coreProperties>
</file>